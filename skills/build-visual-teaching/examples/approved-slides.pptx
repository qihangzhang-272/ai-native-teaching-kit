
<file path=[Content_Types].xml><?xml version="1.0" encoding="utf-8"?>
<ns0:Types xmlns:ns0="http://schemas.openxmlformats.org/package/2006/content-types">
  <ns0:Default Extension="xml" ContentType="application/vnd.openxmlformats-package.core-properties+xml"/>
  <ns0:Default Extension="jpeg" ContentType="image/jpeg"/>
  <ns0:Default Extension="png" ContentType="image/png"/>
  <ns0:Default Extension="bin" ContentType="image/webp"/>
  <ns0:Default Extension="rels" ContentType="application/vnd.openxmlformats-package.relationships+xml"/>
  <ns0:Override PartName="/ppt/presentation.xml" ContentType="application/vnd.openxmlformats-officedocument.presentationml.presentation.main+xml"/>
  <ns0:Override PartName="/ppt/theme/theme1.xml" ContentType="application/vnd.openxmlformats-officedocument.theme+xml"/>
  <ns0:Override PartName="/ppt/slideMasters/slideMaster1.xml" ContentType="application/vnd.openxmlformats-officedocument.presentationml.slideMaster+xml"/>
  <ns0:Override PartName="/ppt/slideMasters/theme/theme2.xml" ContentType="application/vnd.openxmlformats-officedocument.theme+xml"/>
  <ns0:Override PartName="/ppt/slideMasters/slideMaster2.xml" ContentType="application/vnd.openxmlformats-officedocument.presentationml.slideMaster+xml"/>
  <ns0:Override PartName="/ppt/slideMasters/theme/theme3.xml" ContentType="application/vnd.openxmlformats-officedocument.theme+xml"/>
  <ns0:Override PartName="/ppt/slideMasters/slideMaster3.xml" ContentType="application/vnd.openxmlformats-officedocument.presentationml.slideMaster+xml"/>
  <ns0:Override PartName="/ppt/slideMasters/theme/theme4.xml" ContentType="application/vnd.openxmlformats-officedocument.theme+xml"/>
  <ns0:Override PartName="/ppt/slideMasters/slideMaster4.xml" ContentType="application/vnd.openxmlformats-officedocument.presentationml.slideMaster+xml"/>
  <ns0:Override PartName="/ppt/slideMasters/theme/theme5.xml" ContentType="application/vnd.openxmlformats-officedocument.theme+xml"/>
  <ns0:Override PartName="/ppt/slideMasters/slideMaster5.xml" ContentType="application/vnd.openxmlformats-officedocument.presentationml.slideMaster+xml"/>
  <ns0:Override PartName="/ppt/slideMasters/theme/theme6.xml" ContentType="application/vnd.openxmlformats-officedocument.theme+xml"/>
  <ns0:Override PartName="/ppt/slideLayouts/slideLayout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notesMasters/notesMaster1.xml" ContentType="application/vnd.openxmlformats-officedocument.presentationml.notesMaster+xml"/>
  <ns0:Override PartName="/ppt/notesMasters/theme/theme7.xml" ContentType="application/vnd.openxmlformats-officedocument.theme+xml"/>
  <ns0:Override PartName="/ppt/tableStyles.xml" ContentType="application/vnd.openxmlformats-officedocument.presentationml.tableStyles+xml"/>
  <ns0:Override PartName="/ppt/slides/slide86.xml" ContentType="application/vnd.openxmlformats-officedocument.presentationml.slide+xml"/>
  <ns0:Override PartName="/ppt/notesSlides/notesSlide86.xml" ContentType="application/vnd.openxmlformats-officedocument.presentationml.notesSlide+xml"/>
  <ns0:Override PartName="/ppt/slides/slide90.xml" ContentType="application/vnd.openxmlformats-officedocument.presentationml.slide+xml"/>
  <ns0:Override PartName="/ppt/notesSlides/notesSlide90.xml" ContentType="application/vnd.openxmlformats-officedocument.presentationml.notesSlide+xml"/>
</ns0:Types>
</file>

<file path=_rels/.rels><?xml version='1.0' encoding='utf-8'?>
<ns0:Relationships xmlns:ns0="http://schemas.openxmlformats.org/package/2006/relationships"><ns0:Relationship Type="http://schemas.openxmlformats.org/officeDocument/2006/relationships/officeDocument" Target="/ppt/presentation.xml" Id="R192b99e645f8405d" /></ns0: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fda2aadbc56d4173"/>
    <p:sldMasterId id="2147483654" r:id="R43def72945c047ed"/>
    <p:sldMasterId id="2147483655" r:id="R3c9bbe3ff3c94568"/>
    <p:sldMasterId id="2147483656" r:id="Redc22edb44ca40ad"/>
    <p:sldMasterId id="2147483657" r:id="R2a426f32dbf94b96"/>
  </p:sldMasterIdLst>
  <p:notesMasterIdLst>
    <p:notesMasterId r:id="R00f09bc07c664fcc"/>
  </p:notesMasterIdLst>
  <p:sldIdLst>
    <p:sldId id="341" r:id="R6c3340f5f4bb4957"/>
    <p:sldId id="345" r:id="R0f9ec6c3cc70493b"/>
  </p:sldIdLst>
  <p:sldSz cx="12192000" cy="6858000"/>
  <p:notesSz cx="6858000" cy="9144000"/>
</p:presentation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?>
<ns0:Relationships xmlns:ns0="http://schemas.openxmlformats.org/package/2006/relationships"><ns0:Relationship Type="http://schemas.openxmlformats.org/officeDocument/2006/relationships/theme" Target="/ppt/theme/theme1.xml" Id="Re1515fb8699449e1" /><ns0:Relationship Type="http://schemas.openxmlformats.org/officeDocument/2006/relationships/slideMaster" Target="/ppt/slideMasters/slideMaster1.xml" Id="Rfda2aadbc56d4173" /><ns0:Relationship Type="http://schemas.openxmlformats.org/officeDocument/2006/relationships/slideMaster" Target="/ppt/slideMasters/slideMaster2.xml" Id="R43def72945c047ed" /><ns0:Relationship Type="http://schemas.openxmlformats.org/officeDocument/2006/relationships/slideMaster" Target="/ppt/slideMasters/slideMaster3.xml" Id="R3c9bbe3ff3c94568" /><ns0:Relationship Type="http://schemas.openxmlformats.org/officeDocument/2006/relationships/slideMaster" Target="/ppt/slideMasters/slideMaster4.xml" Id="Redc22edb44ca40ad" /><ns0:Relationship Type="http://schemas.openxmlformats.org/officeDocument/2006/relationships/slideMaster" Target="/ppt/slideMasters/slideMaster5.xml" Id="R2a426f32dbf94b96" /><ns0:Relationship Type="http://schemas.openxmlformats.org/officeDocument/2006/relationships/notesMaster" Target="/ppt/notesMasters/notesMaster1.xml" Id="R00f09bc07c664fcc" /><ns0:Relationship Type="http://schemas.openxmlformats.org/officeDocument/2006/relationships/tableStyles" Target="/ppt/tableStyles.xml" Id="R750f50bc98da44b6" /><ns0:Relationship Type="http://schemas.openxmlformats.org/officeDocument/2006/relationships/slide" Target="/ppt/slides/slide86.xml" Id="R6c3340f5f4bb4957" /><ns0:Relationship Type="http://schemas.openxmlformats.org/officeDocument/2006/relationships/slide" Target="/ppt/slides/slide90.xml" Id="R0f9ec6c3cc70493b" /></ns0: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7.xml" Id="Rb3f610b1fea645b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7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86.xml.rels>&#65279;<?xml version="1.0" encoding="utf-8"?><Relationships xmlns="http://schemas.openxmlformats.org/package/2006/relationships"><Relationship Type="http://schemas.openxmlformats.org/officeDocument/2006/relationships/slide" Target="/ppt/slides/slide86.xml" Id="R6f5fd99a92eb44a8" /><Relationship Type="http://schemas.openxmlformats.org/officeDocument/2006/relationships/notesMaster" Target="/ppt/notesMasters/notesMaster1.xml" Id="Ref3cb59d3b9f4247" /></Relationships>
</file>

<file path=ppt/notesSlides/_rels/notesSlide90.xml.rels>&#65279;<?xml version="1.0" encoding="utf-8"?><Relationships xmlns="http://schemas.openxmlformats.org/package/2006/relationships"><Relationship Type="http://schemas.openxmlformats.org/officeDocument/2006/relationships/slide" Target="/ppt/slides/slide90.xml" Id="R02953b37295b4a66" /><Relationship Type="http://schemas.openxmlformats.org/officeDocument/2006/relationships/notesMaster" Target="/ppt/notesMasters/notesMaster1.xml" Id="R012e7f2948bb4235" /></Relationships>
</file>

<file path=ppt/notesSlides/notesSlide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设计确认以后，Writing Plans把它写成一份能交给下一位执行者的计划。作者用bite-sized tasks形容这些任务，意思是拆成能逐项完成和检查的工作。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我打开计划时，会看到目标、基本方案、技术选择，以及哪些文件要改、每项怎样验收。今天不要求大家记住模板字段，而是看懂它为什么比一句“接着做吧”更具体。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我会先读计划，确认它没有偏离设计，再让Agent推进。这样工作结束时，我也能沿计划检查哪些已经完成、哪些还缺条件。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原始资料</a:t>
            </a:r>
          </a:p>
          <a:p xmlns:a="http://schemas.openxmlformats.org/drawingml/2006/main">
            <a:r>
              <a:t>https://github.com/obra/superpowers/blob/8ca22dba9a94f28898bbce59f2537ff4d87c747d/skills/writing-plans/SKILL.md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作者把核心部分叫The ladder。我们沿原文顺序看，从这项需求是否真正需要，到项目里是否已有，再到标准库、平台原生能力和已经安装的依赖，最后才考虑新增定制代码。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这张梯子为什么有用？它改变了Agent开始做事时的默认动作：先找已经存在的答案，再动手增加东西。比如浏览器已经能提供基本日期选择，就先看看它能否满足当前要求。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原文也提醒，梯子要在理解问题之后使用。不能为了少改几行，就在不清楚影响范围的位置随手补一下。我们记住的是作者这套选择顺序，不需要在这里学习某一个API怎样逐行实现。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原始资料</a:t>
            </a:r>
          </a:p>
          <a:p xmlns:a="http://schemas.openxmlformats.org/drawingml/2006/main">
            <a:r>
              <a:t>https://github.com/DietrichGebert/ponytail/blob/e3ba2aa6f1e6f0bc4d69eb09c9f0d0a93af56156/skills/ponytail/SKILL.md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bb74afa2e44e4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401e77039e4f8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3b3aad33db4d7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0a596f6b2644b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a4082154fe4e6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4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5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e7d1681a1704112" /><Relationship Type="http://schemas.openxmlformats.org/officeDocument/2006/relationships/slideLayout" Target="/ppt/slideLayouts/slideLayout1.xml" Id="Rc771590daa464936" /><Relationship Type="http://schemas.openxmlformats.org/officeDocument/2006/relationships/slideLayout" Target="/ppt/slideLayouts/slideLayout2.xml" Id="R2245a8d9b9994ee0" /><Relationship Type="http://schemas.openxmlformats.org/officeDocument/2006/relationships/slideLayout" Target="/ppt/slideLayouts/slideLayout3.xml" Id="R296c20a1a1e3454b" /><Relationship Type="http://schemas.openxmlformats.org/officeDocument/2006/relationships/slideLayout" Target="/ppt/slideLayouts/slideLayout4.xml" Id="Re15cf7b12db14d15" /><Relationship Type="http://schemas.openxmlformats.org/officeDocument/2006/relationships/slideLayout" Target="/ppt/slideLayouts/slideLayout5.xml" Id="Ra72b408e67d44671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69ad50d3254844af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97699ce36c774885" /></Relationships>
</file>

<file path=ppt/slideMasters/_rels/slideMaster4.xml.rels>&#65279;<?xml version="1.0" encoding="utf-8"?><Relationships xmlns="http://schemas.openxmlformats.org/package/2006/relationships"><Relationship Type="http://schemas.openxmlformats.org/officeDocument/2006/relationships/theme" Target="/ppt/slideMasters/theme/theme5.xml" Id="R0af5f7811d404fb7" /></Relationships>
</file>

<file path=ppt/slideMasters/_rels/slideMaster5.xml.rels>&#65279;<?xml version="1.0" encoding="utf-8"?><Relationships xmlns="http://schemas.openxmlformats.org/package/2006/relationships"><Relationship Type="http://schemas.openxmlformats.org/officeDocument/2006/relationships/theme" Target="/ppt/slideMasters/theme/theme6.xml" Id="R6be3d536b8184a3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771590daa464936"/>
    <p:sldLayoutId xmlns:r="http://schemas.openxmlformats.org/officeDocument/2006/relationships" id="2147483650" r:id="R2245a8d9b9994ee0"/>
    <p:sldLayoutId xmlns:r="http://schemas.openxmlformats.org/officeDocument/2006/relationships" id="2147483651" r:id="R296c20a1a1e3454b"/>
    <p:sldLayoutId xmlns:r="http://schemas.openxmlformats.org/officeDocument/2006/relationships" id="2147483652" r:id="Re15cf7b12db14d15"/>
    <p:sldLayoutId xmlns:r="http://schemas.openxmlformats.org/officeDocument/2006/relationships" id="2147483653" r:id="Ra72b408e67d4467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/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/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4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/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5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/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5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6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fa4e2dd418f403c" /><Relationship Type="http://schemas.openxmlformats.org/officeDocument/2006/relationships/image" Target="/ppt/media/image100.jpeg" Id="Rddf48b5d3cff4210" /><Relationship Type="http://schemas.openxmlformats.org/officeDocument/2006/relationships/hyperlink" Target="https://github.com/obra/superpowers/blob/8ca22dba9a94f28898bbce59f2537ff4d87c747d/skills/writing-plans/SKILL.md" TargetMode="External" Id="R764b2ed7fbdd4b5d" /><Relationship Type="http://schemas.openxmlformats.org/officeDocument/2006/relationships/notesSlide" Target="/ppt/notesSlides/notesSlide86.xml" Id="Raf3d44e154714f41" /></Relationships>
</file>

<file path=ppt/slides/_rels/slide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ea8b011e77d495e" /><Relationship Type="http://schemas.openxmlformats.org/officeDocument/2006/relationships/image" Target="/ppt/media/image104.jpeg" Id="R7e46830754f04398" /><Relationship Type="http://schemas.openxmlformats.org/officeDocument/2006/relationships/hyperlink" Target="https://github.com/DietrichGebert/ponytail/blob/e3ba2aa6f1e6f0bc4d69eb09c9f0d0a93af56156/skills/ponytail/SKILL.md" TargetMode="External" Id="Rc7472c5004d04395" /><Relationship Type="http://schemas.openxmlformats.org/officeDocument/2006/relationships/notesSlide" Target="/ppt/notesSlides/notesSlide90.xml" Id="Rf55d17bc01a349b2" /></Relationships>
</file>

<file path=ppt/slides/slide8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f48b5d3cff4210"/>
          <a:stretch xmlns:a="http://schemas.openxmlformats.org/drawingml/2006/main"/>
        </p:blipFill>
        <p:spPr>
          <a:xfrm xmlns:a="http://schemas.openxmlformats.org/drawingml/2006/main">
            <a:off x="427765" y="0"/>
            <a:ext cx="11336470" cy="6381750"/>
          </a:xfrm>
          <a:prstGeom xmlns:a="http://schemas.openxmlformats.org/drawingml/2006/main" prst="rect">
            <a:avLst/>
          </a:prstGeom>
        </p:spPr>
      </p:pic>
      <p:sp>
        <p:nvSpPr>
          <p:cNvPr id="2" name="计划方法 原文">
            <a:extLst xmlns:a="http://schemas.openxmlformats.org/drawingml/2006/main">
              <a:ext uri="{FF2B5EF4-FFF2-40B4-BE49-F238E27FC236}">
                <a16:creationId xmlns:a16="http://schemas.microsoft.com/office/drawing/2014/main" id="{791BD436-A257-4FF7-8DE3-0EBC9E26C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43675"/>
            <a:ext cx="1266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u="sng">
                <a:solidFill>
                  <a:srgbClr val="285CC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u="sng">
                <a:solidFill>
                  <a:srgbClr val="285CC1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764b2ed7fbdd4b5d"/>
              </a:rPr>
              <a:t>计划方法 原文</a:t>
            </a:r>
          </a:p>
        </p:txBody>
      </p:sp>
      <p:sp>
        <p:nvSpPr>
          <p:cNvPr id="3" name="74">
            <a:extLst xmlns:a="http://schemas.openxmlformats.org/drawingml/2006/main">
              <a:ext uri="{FF2B5EF4-FFF2-40B4-BE49-F238E27FC236}">
                <a16:creationId xmlns:a16="http://schemas.microsoft.com/office/drawing/2014/main" id="{E74716CD-F194-4B92-B33F-DCAA7963D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66484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070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0">
                <a:solidFill>
                  <a:srgbClr val="607080"/>
                </a:solidFill>
                <a:latin typeface="Noto Sans CJK SC"/>
                <a:ea typeface="Noto Sans CJK SC"/>
                <a:cs typeface="Noto Sans CJK SC"/>
              </a:rPr>
              <a:t>86</a:t>
            </a:r>
          </a:p>
        </p:txBody>
      </p:sp>
    </p:spTree>
    <p:extLst>
      <p:ext uri="{BB962C8B-B14F-4D97-AF65-F5344CB8AC3E}">
        <p14:creationId xmlns:p14="http://schemas.microsoft.com/office/powerpoint/2010/main" val="788162327"/>
      </p:ext>
    </p:extLst>
  </p:cSld>
</p:sld>
</file>

<file path=ppt/slides/slide9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46830754f04398"/>
          <a:stretch xmlns:a="http://schemas.openxmlformats.org/drawingml/2006/main"/>
        </p:blipFill>
        <p:spPr>
          <a:xfrm xmlns:a="http://schemas.openxmlformats.org/drawingml/2006/main">
            <a:off x="427765" y="0"/>
            <a:ext cx="11336470" cy="63817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912970-BB4D-4569-B44B-F311047D5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8454" y="1139356"/>
            <a:ext cx="868081" cy="13021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E3E89F-B969-4306-B1F9-368671F77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1457" y="4096256"/>
            <a:ext cx="610369" cy="12003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" name="Ponytail 原文">
            <a:extLst xmlns:a="http://schemas.openxmlformats.org/drawingml/2006/main">
              <a:ext uri="{FF2B5EF4-FFF2-40B4-BE49-F238E27FC236}">
                <a16:creationId xmlns:a16="http://schemas.microsoft.com/office/drawing/2014/main" id="{9AB3FFCC-8CF6-4B6B-BDF7-40DFC52E7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43675"/>
            <a:ext cx="13430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u="sng">
                <a:solidFill>
                  <a:srgbClr val="285CC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u="sng">
                <a:solidFill>
                  <a:srgbClr val="285CC1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c7472c5004d04395"/>
              </a:rPr>
              <a:t>Ponytail 原文</a:t>
            </a:r>
          </a:p>
        </p:txBody>
      </p:sp>
      <p:sp>
        <p:nvSpPr>
          <p:cNvPr id="5" name="78">
            <a:extLst xmlns:a="http://schemas.openxmlformats.org/drawingml/2006/main">
              <a:ext uri="{FF2B5EF4-FFF2-40B4-BE49-F238E27FC236}">
                <a16:creationId xmlns:a16="http://schemas.microsoft.com/office/drawing/2014/main" id="{6B991432-94E8-425D-A788-28A3F4887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66484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070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0">
                <a:solidFill>
                  <a:srgbClr val="607080"/>
                </a:solidFill>
                <a:latin typeface="Noto Sans CJK SC"/>
                <a:ea typeface="Noto Sans CJK SC"/>
                <a:cs typeface="Noto Sans CJK SC"/>
              </a:rPr>
              <a:t>90</a:t>
            </a:r>
          </a:p>
        </p:txBody>
      </p:sp>
    </p:spTree>
    <p:extLst>
      <p:ext uri="{BB962C8B-B14F-4D97-AF65-F5344CB8AC3E}">
        <p14:creationId xmlns:p14="http://schemas.microsoft.com/office/powerpoint/2010/main" val="13726088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